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20A67-CBEF-4973-9D3C-A31838FAB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711427-5161-4029-B42F-8402957EF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29551-985F-41B2-979B-9938E32B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0AD14D-2A20-4BA6-A4FC-22214466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C75A1-92CD-40C5-93D4-186654EA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18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72D87-74A2-4260-9F1D-594FDF81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A9F6EC-12CA-4AFB-B70A-69F09D5E1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148FB-8304-48B7-9858-1F4AF1E8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B07D01-8713-4D2E-8F7F-AFCA5390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AF1A8A-7CD0-4BCF-99BB-DB322179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68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88DD5-A763-4090-8C80-CDBAFBB9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FB6BDD-78B4-466F-BFD0-2EC7C6B80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54FE9-A203-4868-A332-C001985C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FEBA42-67F0-444A-8387-804032A9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A2D2D-B003-413B-B3D6-912D39EC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34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04743-15EF-433A-83FF-277B1B80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C31904-FEE4-4777-87A4-4BA9FCCA3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F8246E-16BE-4DAC-8C9E-818C83968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DC0D5C-A221-4CA3-A06E-4831297F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06D99C-FB72-4717-9DE4-A11F77136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B518C5-02C8-4FE0-A00B-5E76DDFE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709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AF745-4899-455C-8028-EEE7C1726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397127-6ACD-4B66-8290-745C72984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375AB8-E5BB-4BC8-BCFC-8281EAB0F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3F52B1-7AFF-4A5F-87DF-EECCF75F6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26D0A3-230B-425A-A2CA-DF5C362D1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081662-C043-4031-AB76-800B5A32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C5FF9A-1659-409C-A440-7725FA46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3B3460-DB6D-458E-A63E-574F6618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81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B1276-E68B-4040-B207-1AD4C1ED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180AC-9ED9-4AB3-8F26-60FB4457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BC9761-B32F-4CBA-806D-615F26AC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4245F5-EE63-433B-BE22-561B6B93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73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F13019-2C2E-40D5-9A00-B1AFEE0F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BBEED2-1B73-4D32-A10E-6A0A39ED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A0F540-1D8A-488A-8D2C-10A17957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28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4E372-3542-478D-B175-65351E2D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D007A-64E4-42BE-8CA8-6BCF81423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28D303-3071-40F3-9D6D-C162D7C59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3680A0-2E20-4310-8318-FD2B470C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FBE943-4FE0-4AC1-92C9-4F7834F0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CEECBE-3A85-4767-8927-6B3F8434C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5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950AD-EC08-4CB4-9BE3-D2A5648B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50717-85DC-4606-8780-491C1DFDF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E73071-904F-4F5B-B3A7-5935587A0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2CF736-7A79-448A-9D0F-97123FE5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FA8380-915F-4076-8726-28EB1659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E00B55-EDF0-485F-B760-E21EC69D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79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9D854-165F-48FC-BB12-94489F67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C746A2-5366-4BFA-8AC3-6313D3CA2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15093-6DC5-4281-ADF8-5265E859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0F8C96-B5F4-49BC-9A8B-252DFCC5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DE497C-820C-4ACE-8FC6-A5067DA3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28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4BE0C4-81B2-4E9E-B889-B208EDC02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A37824-DCB8-40A8-9F48-F0E2F7AB3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0AF93-9715-42DB-A586-BE3D3A57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56AAB-B624-4791-887E-B2605275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6078CF-6109-4DEC-9911-7AD5638B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01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28197F-18BA-4CF3-A924-C3C8990F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0A592-690D-41B7-A5B2-AF1640B5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9E44C-CA4F-45A1-A791-B0D7854D3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A4F0C-EC9A-42C0-B1A8-228D6F92E001}" type="datetimeFigureOut">
              <a:rPr lang="ko-KR" altLang="en-US" smtClean="0"/>
              <a:t>2025-12-12 Fri요일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7D12DF-4F7C-415C-A57D-73517CF48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35B25-9EC0-4747-B702-822C6A0C9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ACEE2-4D78-481A-85AA-196B781CBF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3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495C46-9172-4F0D-BFF4-404D0E5DC63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76200"/>
            <a:ext cx="399097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8ADA895-B0A3-4880-B185-24768543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521" y="0"/>
            <a:ext cx="419895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9F932-BF69-4DEE-BCE1-FF03693C61A2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756990-DD80-4509-8107-1908B6C85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587"/>
            <a:ext cx="19812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0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AAAEADB-0F10-449E-A215-B704FB78F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47625"/>
            <a:ext cx="407670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0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4E14B6-C4EE-46D2-8BCE-9C27D9A8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62" y="100012"/>
            <a:ext cx="39528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1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 PC</dc:creator>
  <cp:lastModifiedBy>My PC</cp:lastModifiedBy>
  <cp:revision>6</cp:revision>
  <dcterms:created xsi:type="dcterms:W3CDTF">2025-12-12T01:31:44Z</dcterms:created>
  <dcterms:modified xsi:type="dcterms:W3CDTF">2025-12-12T15:22:44Z</dcterms:modified>
</cp:coreProperties>
</file>